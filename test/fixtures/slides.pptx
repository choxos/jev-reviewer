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intervention trial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ASCO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Adults aged 18 to 65 years</a:t>
            </a:r>
          </a:p>
          <a:p>
            <a:r>
              <a:t>Mean age 54 years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Primary outcome improved.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